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d23ed0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d23ed0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6b738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66b738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Encapsulation- Binds code &amp; the data it manipulates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Keeps Code &amp; Data Safe from external interference &amp; misuse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66b738d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66b738d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AWT- Java’s original graphical user interface framework, replaced by JavaFX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Color- colors defined in Color class for convenience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Java.lang- </a:t>
            </a:r>
            <a:r>
              <a:rPr lang="en">
                <a:solidFill>
                  <a:schemeClr val="accent3"/>
                </a:solidFill>
              </a:rPr>
              <a:t>Automatically imported into all java programs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66b738d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66b738d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66b738d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66b738d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66b738d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66b738d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66b738d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66b738d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whEKyyAuRd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oracle.com/javase/8/docs/api/index.html" TargetMode="External"/><Relationship Id="rId4" Type="http://schemas.openxmlformats.org/officeDocument/2006/relationships/hyperlink" Target="http://www.java-samples.com/showtutorial.php?tutorialid=3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Standard Libraries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Ahmaad Jackson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504" y="3182324"/>
            <a:ext cx="2837493" cy="1588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225" y="3095875"/>
            <a:ext cx="2740776" cy="197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Elevator Pitch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https://youtu.be/whEKyyAuRdY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 Standard Library consists of various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Packages are groups of related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Packages help to organize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Packages provide a extra layer of encapsulation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Libraries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0" y="1152475"/>
            <a:ext cx="9144000" cy="3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</a:t>
            </a:r>
            <a:r>
              <a:rPr lang="en"/>
              <a:t>ava.awt- used for graphical 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Supports the Abstract Window Toolkit(AWT)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java.awt.color- used for drawing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Color.red = new Color(255, 0, 0);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Color.WHITE = new Color(255, 255, 255);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java.io- used for input &amp; output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</a:t>
            </a:r>
            <a:r>
              <a:rPr lang="en"/>
              <a:t>ava.lang- java fundamentals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java.util- contains a wide variety of utility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</a:t>
            </a:r>
            <a:r>
              <a:rPr lang="en"/>
              <a:t>ava.math- used to perform calculations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Math.random()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675" y="3605875"/>
            <a:ext cx="3677326" cy="11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Libraries Continued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</a:t>
            </a:r>
            <a:r>
              <a:rPr lang="en"/>
              <a:t>ava.net- used for networking applications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java.security- for security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java.sql- used for data storage &amp; 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Structured Query Language(SQL)- programming language used for data management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Java Database Connectivity(JDBC)- used to access any data source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JDBC API is SQL-Based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java.sql is one of the 2 packages in the JDBC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Java.net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java.net.InetAddress- represents an Internet Protocol Address(IP Address)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InetAddress address = InetAddress.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getByAddress</a:t>
            </a:r>
            <a:r>
              <a:rPr lang="en"/>
              <a:t>(String hostName)</a:t>
            </a:r>
            <a:r>
              <a:rPr lang="en"/>
              <a:t>- creates an InetAddress given the host name &amp; IP Address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getByName</a:t>
            </a:r>
            <a:r>
              <a:rPr lang="en"/>
              <a:t>(String hostName)</a:t>
            </a:r>
            <a:r>
              <a:rPr lang="en"/>
              <a:t>- Takes the host’s name &amp; determines the host’s IP address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getAllByName(String hostName) - Same as getbyName, </a:t>
            </a:r>
            <a:r>
              <a:rPr lang="en"/>
              <a:t>except</a:t>
            </a:r>
            <a:r>
              <a:rPr lang="en"/>
              <a:t> it takes the whole host’s name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getLocalHost()- returns the address of the local host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212" y="1235377"/>
            <a:ext cx="5789575" cy="1741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214" y="3194350"/>
            <a:ext cx="5789575" cy="19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getLocalHost &amp; getByName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 Platform SE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https://docs.oracle.com/javase/8/docs/api/index.html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InetAddress Example Program in 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http://www.java-samples.com/showtutorial.php?tutorialid=399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Schildt, Herbert. </a:t>
            </a:r>
            <a:r>
              <a:rPr i="1" lang="en"/>
              <a:t>Java A Beginner’s Guide Seventh Edition</a:t>
            </a:r>
            <a:r>
              <a:rPr lang="en"/>
              <a:t>. McGraw-Hill Education, 2018. Print.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